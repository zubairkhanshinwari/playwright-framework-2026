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180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Automation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Automation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structure &amp; how it works  ·  Playwright + TypeScript  ·  Page Object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448056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27336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screenshots/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0" y="50017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QA Automation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Framework?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suite for the web application.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automates real user journeys — login, job creation wizard, terminal setup — through the browser, exactly as a manual tester would, but repeatable on every build.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goal: anyone on the team can add or update a test by touching a small, predictable set of files — data, flow, and test are always kept separate.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7091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230368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lives in JSON, UI logic lives in page objects, and specs stay thin. A locator change is a one-line JSON edit — no test code is touched.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3807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380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 1.60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6276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browser automation with auto-waiting and tracing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23225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6243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page objects and fixtures — errors caught before runtime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37413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33192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362102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screen's flow wrapped in reusable async methods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370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370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43159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JSON fixtures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617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selectors and values externalized from 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5367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5312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maximized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5614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project, full-screen window, HTML reporter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Folder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57800" cy="5166360"/>
          </a:xfrm>
          <a:prstGeom prst="roundRect">
            <a:avLst>
              <a:gd name="adj" fmla="val 1593"/>
            </a:avLst>
          </a:prstGeom>
          <a:solidFill>
            <a:srgbClr val="121A3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playwright-framework/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tests/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login.spec.ts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createJob.spec.ts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createterminal.spec.ts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pages/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login.page.ts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createJobPage.ts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createterminalpage.ts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fixtures/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login.json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job.json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createterminal.json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screenshots/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playwright-report/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playwright.config.ts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tsconfig.json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package.json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28016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6" name="Text 4"/>
          <p:cNvSpPr/>
          <p:nvPr/>
        </p:nvSpPr>
        <p:spPr>
          <a:xfrm>
            <a:off x="6720840" y="1234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720840" y="15087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points. One thin spec per feature — login, then call page methods in order.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157984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21122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720840" y="23865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objects. All locators, waits, expects and random test data live 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3035808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9900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fixtures/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32644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test data. URLs, selectors, dropdown values and modal scope keys.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913632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867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screenshots/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20840" y="414223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evidence captured during runs (terminal name, address, submit…).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791456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7457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playwright-report/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50200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HTML report after every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566928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56235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58978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playwright.config.ts: Chromium project, maximized window, traces on retry.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exactly three files — data flows left to right at run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{feature}.json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&amp; menu labels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strings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dropdown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/ form scope keys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logic — pure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create{Feature}Page.ts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method per flow step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scoped to modal/form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(Job-${Date.now()})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Expects, waits, screenshots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7316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performs login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1508760"/>
            <a:ext cx="3063240" cy="3657600"/>
          </a:xfrm>
          <a:prstGeom prst="roundRect">
            <a:avLst>
              <a:gd name="adj" fmla="val 2687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239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396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create{Feature}.spec.ts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23960" y="237744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test.setTimeout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via LoginPage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page methods in order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stays thin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96528" y="4526280"/>
            <a:ext cx="2660904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locators, no random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03320" y="3108960"/>
            <a:ext cx="777240" cy="457200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23" name="Shape 21"/>
          <p:cNvSpPr/>
          <p:nvPr/>
        </p:nvSpPr>
        <p:spPr>
          <a:xfrm>
            <a:off x="7726680" y="3108960"/>
            <a:ext cx="777240" cy="457200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by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4380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three: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+ one page object + one spec per feature. No helper files, no duplicate logins, no extra fixtures — the structure stays flat and predictable as the suite grows.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 — Test Data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UI needs, in one JSON per feature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700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menu labels, selector strings and static dropdown values (job type, basin, carrier…).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keys prevent selector clashes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3522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popupSelector / jobFormSelector limit lookups to the active modal — the job wizard repeats IDs on hidden steps.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without code changes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16966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locator changed? Edit one JSON line. New environment or user? Edit login.json only.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access in page objects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041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read fixtures via this.data (typeof import) — typos in keys fail at compile time.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120640" cy="5029200"/>
          </a:xfrm>
          <a:prstGeom prst="roundRect">
            <a:avLst>
              <a:gd name="adj" fmla="val 1636"/>
            </a:avLst>
          </a:prstGeom>
          <a:solidFill>
            <a:srgbClr val="12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fixtures/job.json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"jobsUrl": "https://stageapp.propx.com/jobs",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"jobTypeValue": "Bulk / Pneumatic",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"basinValue": "Fresh",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"carrierValue": "new testing carrier",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"jobFormSelector": "#job-setting-form",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"selectors": {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"jobName": "#job_name",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"jobType": "#job_type",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"startDate": "#addstartdate",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"nextButton": "#job-setting-btn"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 — UI Flow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async method per user step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170078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openAddTerminalPopup() → createTerminal() → searchTerminal(). Specs simply chain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generated here, not in specs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93522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Terminal-${timestamp} + matching email from a single Date.now(); stored on the class so a later search step can reuse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always scoped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16966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modal.locator(selectors.x) / form.locator(...) — avoids strict-mode failures from duplicate IDs.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5120640"/>
            <a:ext cx="274320" cy="274320"/>
          </a:xfrm>
          <a:prstGeom prst="ellipse">
            <a:avLst/>
          </a:prstGeom>
          <a:solidFill>
            <a:srgbClr val="2EAD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verification &amp; evidence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5404104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 after each fill, waits between dependent dropdowns, screenshots at key steps.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280160"/>
            <a:ext cx="5120640" cy="5029200"/>
          </a:xfrm>
          <a:prstGeom prst="roundRect">
            <a:avLst>
              <a:gd name="adj" fmla="val 1636"/>
            </a:avLst>
          </a:prstGeom>
          <a:solidFill>
            <a:srgbClr val="121A38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pages/createterminalpage.ts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4617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CreateTerminalPage {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randomTerminalName = '';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createTerminal() {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timestamp = Date.now();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name = `Terminal-${timestamp}`;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this.randomTerminalName = name;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modal =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this.page.locator(popupSelector);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modal.locator(selectors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.terminalName).fill(name);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expect(input).toHaveValue(name);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searchTerminal() { /* reuses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this.randomTerminalName */ }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— Thin Specs + Shared Login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21A3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tests/createterminal.spec.ts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test('create terminal', async ({ page }) =&gt; {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test.setTimeout(180000);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loginPage = new LoginPage(page, loginData);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AD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loginPage.login();   // login FIRST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terminal =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CreateTerminalPage(page, terminalData);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terminal.openAddTerminalPopup();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terminal.createTerminal();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terminal.searchTerminal();</a:t>
            </a:r>
            <a:endParaRPr lang="en-US" sz="110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reads like the test plan: 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open → create → verify. No selectors, no data, no waits — those all live one layer down.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login for the whole suite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6642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login.page.ts + login.json — used by every spec, never called inside a feature page object.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0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/admin/dashboard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Terminal flows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0F4FB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login2()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on /jobs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Job creation flows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548640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54864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 or environment?  Update login.json only — zero test-code changes.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Run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31136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6" name="Shape 4"/>
          <p:cNvSpPr/>
          <p:nvPr/>
        </p:nvSpPr>
        <p:spPr>
          <a:xfrm>
            <a:off x="2487168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9664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9" name="Shape 7"/>
          <p:cNvSpPr/>
          <p:nvPr/>
        </p:nvSpPr>
        <p:spPr>
          <a:xfrm>
            <a:off x="4425696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login()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2" name="Shape 10"/>
          <p:cNvSpPr/>
          <p:nvPr/>
        </p:nvSpPr>
        <p:spPr>
          <a:xfrm>
            <a:off x="6364224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methods run flow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8302752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fixtures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85248" y="1572768"/>
            <a:ext cx="256032" cy="329184"/>
          </a:xfrm>
          <a:prstGeom prst="rightArrow">
            <a:avLst/>
          </a:prstGeom>
          <a:solidFill>
            <a:srgbClr val="2EAD3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1280160"/>
            <a:ext cx="1664208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19" name="Text 17"/>
          <p:cNvSpPr/>
          <p:nvPr/>
        </p:nvSpPr>
        <p:spPr>
          <a:xfrm>
            <a:off x="10314432" y="128016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screenshots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121A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320040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         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one-time setup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             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all specs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tests/createJob.spec.ts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run one feature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test:ui        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7C8D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interactive UI mode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76148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063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playwright-report/ regenerated after every run — pass/fail, steps, timing.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381304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screenshots/ holds step evidence: terminal name, address, submit, search result.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475488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27336E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486460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on retry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75120" y="5166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Playwright trace captured on first retry in CI for debugging.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three-layer structure that keeps tests readable, data editable, and flows reusable — ready to scale to the full regression suite.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1303</Words>
  <Application>Microsoft Office PowerPoint</Application>
  <PresentationFormat>Widescreen</PresentationFormat>
  <Paragraphs>206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zubair khan</cp:lastModifiedBy>
  <cp:revision>3</cp:revision>
  <dcterms:created xsi:type="dcterms:W3CDTF">2026-07-14T06:17:31Z</dcterms:created>
  <dcterms:modified xsi:type="dcterms:W3CDTF">2026-07-15T05:38:20Z</dcterms:modified>
</cp:coreProperties>
</file>