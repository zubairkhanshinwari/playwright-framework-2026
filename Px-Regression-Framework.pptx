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Px-Regression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Test Automation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structure &amp; how it works  ·  Playwright + TypeScript  ·  Page Object Model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4805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27336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fixtures/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5001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44805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27336E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9040" y="5001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flows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44805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27336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5001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44805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27336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screenshots/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0" y="5001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QA Automation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Framework?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regression suite for the PropX web application (staging).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automates real user journeys — login, job creation wizard, terminal setup — through the browser, exactly as a manual tester would, but repeatable on every build.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goal: anyone on the team can add or update a test by touching a small, predictable set of files — data, flow, and test are always kept separate.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70916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0F4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92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23036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lives in JSON, UI logic lives in page objects, and specs stay thin. A locator change is a one-line JSON edit — no test code is touched.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3807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380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Test 1.60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16276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browser automation with auto-waiting and tracing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78040" y="23225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6243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page objects and fixtures — errors caught before runtime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3741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374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8040" y="33192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78040" y="36210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screen's flow wrapped in reusable async methods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370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370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78040" y="43159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JSON fixtures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78040" y="46177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selectors and values externalized from code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53675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5367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53126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Chromium, maximized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78040" y="56144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project, full-screen window, HTML reporter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57800" cy="5166360"/>
          </a:xfrm>
          <a:prstGeom prst="roundRect">
            <a:avLst>
              <a:gd name="adj" fmla="val 1593"/>
            </a:avLst>
          </a:prstGeom>
          <a:solidFill>
            <a:srgbClr val="121A3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Px-regression/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tests/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login.spec.ts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createJob.spec.ts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└─ createterminal.spec.ts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pages/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login.page.ts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createJobPage.ts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└─ createterminalpage.ts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fixtures/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login.json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job.json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└─ createterminal.json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screenshots/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playwright-report/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F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playwright.config.ts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F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tsconfig.json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F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 package.json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63640" y="1280160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1234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720840" y="15087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points. One thin spec per feature — login, then call page methods in order.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157984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1122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720840" y="238658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objects. All locators, waits, expects and random test data live here.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3035808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9900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fixtures/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720840" y="32644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test data. URLs, selectors, dropdown values and modal scope keys.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913632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38679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screenshots/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20840" y="414223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evidence captured during runs (terminal name, address, submit…).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4791456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7457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playwright-report/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20840" y="502005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HTML report after every run.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5669280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56235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720840" y="58978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playwright.config.ts: Chromium project, maximized window, traces on retry.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Three-Layer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exactly three files — data flows left to right at run 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063240" cy="3657600"/>
          </a:xfrm>
          <a:prstGeom prst="roundRect">
            <a:avLst>
              <a:gd name="adj" fmla="val 2687"/>
            </a:avLst>
          </a:prstGeom>
          <a:solidFill>
            <a:srgbClr val="F0F4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{feature}.json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&amp; menu labels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strings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dropdown values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/ form scope keys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4526280"/>
            <a:ext cx="266090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526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logic — pure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3063240" cy="3657600"/>
          </a:xfrm>
          <a:prstGeom prst="roundRect">
            <a:avLst>
              <a:gd name="adj" fmla="val 2687"/>
            </a:avLst>
          </a:prstGeom>
          <a:solidFill>
            <a:srgbClr val="F0F4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create{Feature}Page.ts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00600" y="237744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method per flow step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scoped to modal/form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data (Job-${Date.now()})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Expects, waits, screenshots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73168" y="4526280"/>
            <a:ext cx="266090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4526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performs login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95360" y="1508760"/>
            <a:ext cx="3063240" cy="3657600"/>
          </a:xfrm>
          <a:prstGeom prst="roundRect">
            <a:avLst>
              <a:gd name="adj" fmla="val 2687"/>
            </a:avLst>
          </a:prstGeom>
          <a:solidFill>
            <a:srgbClr val="F0F4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2396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create{Feature}.spec.ts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23960" y="237744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test.setTimeout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via LoginPage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page methods in order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— stays thin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96528" y="4526280"/>
            <a:ext cx="266090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4526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locators, no random data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03320" y="3108960"/>
            <a:ext cx="777240" cy="457200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726680" y="3108960"/>
            <a:ext cx="777240" cy="457200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566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by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43800" y="3566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486400"/>
            <a:ext cx="1110996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three: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+ one page object + one spec per feature. No helper files, no duplicate logins, no extra fixtures — the structure stays flat and predictable as the suite grows.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Fixtures — Test Data Layer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UI needs, in one JSON per feature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70078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menu labels, selector strings and static dropdown values (job type, basin, carrier…).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6517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keys prevent selector clashes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93522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popupSelector / jobFormSelector limit lookups to the active modal — the job wizard repeats IDs on hidden steps.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88620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without code changes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16966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locator changed? Edit one JSON line. New environment or user? Edit login.json only.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512064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074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access in page objects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54041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read fixtures via this.data (typeof import) — typos in keys fail at compile time.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1280160"/>
            <a:ext cx="5120640" cy="5029200"/>
          </a:xfrm>
          <a:prstGeom prst="roundRect">
            <a:avLst>
              <a:gd name="adj" fmla="val 1636"/>
            </a:avLst>
          </a:prstGeom>
          <a:solidFill>
            <a:srgbClr val="121A38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fixtures/job.json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828800"/>
            <a:ext cx="4617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"jobsUrl": "https://stageapp.propx.com/jobs",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"jobTypeValue": "Bulk / Pneumatic",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"basinValue": "Fresh",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"carrierValue": "new testing carrier",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"jobFormSelector": "#job-setting-form",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"selectors": {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"jobName": "#job_name",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"jobType": "#job_type",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"startDate": "#addstartdate",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"nextButton": "#job-setting-btn"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— UI Flow Layer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async method per user step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70078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openAddTerminalPopup() → createTerminal() → searchTerminal(). Specs simply chain them.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651760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data generated here, not in specs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93522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Terminal-${timestamp} + matching email from a single Date.now(); stored on the class so a later search step can reuse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886200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always scoped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16966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modal.locator(selectors.x) / form.locator(...) — avoids strict-mode failures from duplicate IDs.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5120640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074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verification &amp; evidence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540410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expect() after each fill, waits between dependent dropdowns, screenshots at key steps.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1280160"/>
            <a:ext cx="5120640" cy="5029200"/>
          </a:xfrm>
          <a:prstGeom prst="roundRect">
            <a:avLst>
              <a:gd name="adj" fmla="val 1636"/>
            </a:avLst>
          </a:prstGeom>
          <a:solidFill>
            <a:srgbClr val="121A38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pages/createterminalpage.ts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828800"/>
            <a:ext cx="4617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CreateTerminalPage {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randomTerminalName = '';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createTerminal() {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timestamp = Date.now();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name = `Terminal-${timestamp}`;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this.randomTerminalName = name;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modal =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this.page.locator(popupSelector);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modal.locator(selectors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.terminalName).fill(name);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expect(input).toHaveValue(name);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searchTerminal() { /* reuses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this.randomTerminalName */ }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— Thin Specs + Shared Login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3749040"/>
          </a:xfrm>
          <a:prstGeom prst="roundRect">
            <a:avLst>
              <a:gd name="adj" fmla="val 2195"/>
            </a:avLst>
          </a:prstGeom>
          <a:solidFill>
            <a:srgbClr val="121A3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tests/createterminal.spec.ts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test('create terminal', async ({ page }) =&gt; {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test.setTimeout(180000);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loginPage = new LoginPage(page, loginData);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loginPage.login();   // login FIRST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terminal =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CreateTerminalPage(page, terminalData);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terminal.openAddTerminalPopup();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terminal.createTerminal();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terminal.searchTerminal();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2578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reads like the test plan: 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open → create → verify. No selectors, no data, no waits — those all live one layer down.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login for the whole suite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166420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login.page.ts + login.json — used by every spec, never called inside a feature page object.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0F4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450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2450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880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on /admin/dashboard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0" y="3200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Terminal flows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38862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0F4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4050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login2()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4050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user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4480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on /jobs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4800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Job creation flows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548640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54864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user or environment?  Update login.json only — zero test-code changes.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Run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128016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31136" y="1572768"/>
            <a:ext cx="256032" cy="329184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6" name="Shape 4"/>
          <p:cNvSpPr/>
          <p:nvPr/>
        </p:nvSpPr>
        <p:spPr>
          <a:xfrm>
            <a:off x="2487168" y="1280160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28016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9664" y="1572768"/>
            <a:ext cx="256032" cy="329184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9" name="Shape 7"/>
          <p:cNvSpPr/>
          <p:nvPr/>
        </p:nvSpPr>
        <p:spPr>
          <a:xfrm>
            <a:off x="4425696" y="1280160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128016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spec: login()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08192" y="1572768"/>
            <a:ext cx="256032" cy="329184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364224" y="1280160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37376" y="128016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methods run 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572768"/>
            <a:ext cx="256032" cy="329184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15" name="Shape 13"/>
          <p:cNvSpPr/>
          <p:nvPr/>
        </p:nvSpPr>
        <p:spPr>
          <a:xfrm>
            <a:off x="8302752" y="1280160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28016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fixtures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985248" y="1572768"/>
            <a:ext cx="256032" cy="329184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0" y="1280160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19" name="Text 17"/>
          <p:cNvSpPr/>
          <p:nvPr/>
        </p:nvSpPr>
        <p:spPr>
          <a:xfrm>
            <a:off x="10314432" y="128016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screenshots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65176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121A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20040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           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C8D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one-time setup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               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C8D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all specs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tests/createJob.spec.ts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C8D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# run one feature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test:ui        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C8D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interactive UI mode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265176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76148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3063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playwright-report/ regenerated after every run — pass/fail, steps, timing.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370332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81304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screenshots/ holds step evidence: terminal name, address, submit, search result.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475488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86460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on retry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75120" y="51663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Playwright trace captured on first retry in CI for debugging.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flat, three-layer structure that keeps tests readable, data editable, and flows reusable — ready to scale to the full PropX regression suite.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2026-07-14T06:09:38Z</dcterms:created>
  <dcterms:modified xsi:type="dcterms:W3CDTF">2026-07-14T06:09:38Z</dcterms:modified>
</cp:coreProperties>
</file>